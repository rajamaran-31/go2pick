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97316"/>
                </a:solidFill>
              </a:defRPr>
            </a:pPr>
            <a:r>
              <a:t>Go2Pick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Revolutionizing Hyperlocal Commerce via Zero-Wait Pre-Order &amp; Pickup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Eliminating 25% delivery commissions &amp; long checkout queues for local stores.</a:t>
            </a:r>
          </a:p>
          <a:p>
            <a:br/>
            <a:br/>
            <a:pPr>
              <a:defRPr sz="1300">
                <a:solidFill>
                  <a:srgbClr val="10B981"/>
                </a:solidFill>
              </a:defRPr>
            </a:pPr>
            <a:r>
              <a:t>Presented by: Go2Pick Founding Team</a:t>
            </a:r>
            <a:br/>
            <a:r>
              <a:t>Contact: founder@go2pick.com | Live Demo: go2-pick.vercel.app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GO2PICK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Broken Economics in Local Retail &amp; Quick Commerce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High Delivery Commissions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Platforms charge local shopkeepers 20-30% commissions, destroying small business profit margins.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In-Store Queue Fatigue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Customers spend 15-25 minutes waiting in checkout queues during peak evening hours for daily essentials.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Delivery Fleet Burn Rate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Quick-commerce delivery apps lose $1.50 per order on rider payouts, traffic delays, and dark store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GO2PICK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Go2Pick Pre-Order &amp; Express Pickup Passcode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How Go2Pick Works: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• 1. Customer Browses &amp; Orders: Customers discover neighborhood stores (e.g., Grany Groceries), pick fresh items, and pre-order.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• 2. Merchant Packing Alert: Shopkeeper receives instant alert, packs the items, and generates a unique 4-digit Pickup Passcode.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• 3. Zero-Wait Pickup: Customer walks in, shows passcode, grabs packed bag, and exits in under 30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GO2PICK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Market Opportunity: $50 Billion Hyperlocal Retail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97316"/>
                </a:solidFill>
              </a:defRPr>
            </a:pPr>
            <a:r>
              <a:t>$50 Billion</a:t>
            </a:r>
          </a:p>
          <a:p>
            <a:br/>
            <a:br/>
            <a:pPr>
              <a:defRPr sz="1500">
                <a:solidFill>
                  <a:srgbClr val="FFFFFF"/>
                </a:solidFill>
              </a:defRPr>
            </a:pPr>
            <a:r>
              <a:t>Total Addressable Market (TAM) for local retail &amp; grocery in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97316"/>
                </a:solidFill>
              </a:defRPr>
            </a:pPr>
            <a:r>
              <a:t>$12 Billion</a:t>
            </a:r>
          </a:p>
          <a:p>
            <a:br/>
            <a:br/>
            <a:pPr>
              <a:defRPr sz="1500">
                <a:solidFill>
                  <a:srgbClr val="FFFFFF"/>
                </a:solidFill>
              </a:defRPr>
            </a:pPr>
            <a:r>
              <a:t>Serviceable Addressable Market (SAM) in Tier-1 &amp; Tier-2 cities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97316"/>
                </a:solidFill>
              </a:defRPr>
            </a:pPr>
            <a:r>
              <a:t>15 Million+</a:t>
            </a:r>
          </a:p>
          <a:p>
            <a:br/>
            <a:br/>
            <a:pPr>
              <a:defRPr sz="1500">
                <a:solidFill>
                  <a:srgbClr val="FFFFFF"/>
                </a:solidFill>
              </a:defRPr>
            </a:pPr>
            <a:r>
              <a:t>Local Kirana &amp; Independent stores needing digital pickup enablement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GO2PICK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Architecture: Scalable Real-time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Built for Enterprise Reliability &amp; Sub-100ms Performance: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⚡ Backend Stack: FastAPI (Python 3.11), PyMongo, Uvicorn ASGI async web server.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⚡ Frontend Stack: React 18, Vite build system, Tailwind CSS &amp; Glassmorphism UI.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⚡ Database Layer: Dual persistence — Firebase Cloud Firestore &amp; MongoDB Atlas.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⚡ Auth &amp; Push: Firebase Authentication, FCM Push Notifications, JWT Tokens.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⚡ Deployment: Vercel Serverless Edge deployment for global sub-50ms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GO2PICK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Monetization Model: Multi-Stream Sustainable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Merchant SaaS Subscription</a:t>
            </a:r>
          </a:p>
          <a:p>
            <a:br/>
            <a:br/>
            <a:pPr>
              <a:defRPr sz="1400">
                <a:solidFill>
                  <a:srgbClr val="FFFFFF"/>
                </a:solidFill>
              </a:defRPr>
            </a:pPr>
            <a:r>
              <a:t>₹499 - ₹1,499 / month per store for inventory management &amp;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Featured Shop Placements</a:t>
            </a:r>
          </a:p>
          <a:p>
            <a:br/>
            <a:br/>
            <a:pPr>
              <a:defRPr sz="1400">
                <a:solidFill>
                  <a:srgbClr val="FFFFFF"/>
                </a:solidFill>
              </a:defRPr>
            </a:pPr>
            <a:r>
              <a:t>Sponsored top placement in Customer Home &amp; Search Explore for local shops.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Convenience Pickup Fee</a:t>
            </a:r>
          </a:p>
          <a:p>
            <a:br/>
            <a:br/>
            <a:pPr>
              <a:defRPr sz="1400">
                <a:solidFill>
                  <a:srgbClr val="FFFFFF"/>
                </a:solidFill>
              </a:defRPr>
            </a:pPr>
            <a:r>
              <a:t>Nominal ₹5 - ₹10 convenience packaging fee paid by customer per pre-order.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GO2PICK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Financial Projections: 3-Year Growth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Year 1 - Year 3 Projected Milestones: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🚀 Year 1: 500 Active Shops | 50,000 Monthly Orders | $120,000 ARR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🚀 Year 2: 3,500 Active Shops | 450,000 Monthly Orders | $1.2 Million ARR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🚀 Year 3: 15,000 Active Shops | 2.5 Million Monthly Orders | $6.5 Million ARR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GO2PICK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Ask: Raising $500,000 Seed 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Seed Round Allocation ($500,000 for 18-Month Runway):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💼 40% - Merchant Acquisition &amp; Field Operations Team (5 City Hubs)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💼 35% - Technology &amp; Product Development (AI Demand Forecasting &amp; POS Integration)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💼 15% - Customer Hyperlocal Marketing &amp; Referral Campaigns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💼 10% - Legal, Compliance &amp; Reserve Runway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